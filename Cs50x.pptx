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36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E0BD44-E6DD-48EF-9A5E-67445166D0F3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BAF5B-6306-417B-A10B-43EE50178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26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"Hello, my name is </a:t>
            </a:r>
            <a:r>
              <a:rPr lang="en-US" b="1" dirty="0"/>
              <a:t>[Your Name]</a:t>
            </a:r>
            <a:r>
              <a:rPr lang="en-US" dirty="0"/>
              <a:t> from </a:t>
            </a:r>
            <a:r>
              <a:rPr lang="en-US" b="1" dirty="0"/>
              <a:t>[Your City, Country]</a:t>
            </a:r>
            <a:r>
              <a:rPr lang="en-US" dirty="0"/>
              <a:t>, and this is my final project: the </a:t>
            </a:r>
            <a:r>
              <a:rPr lang="en-US" b="1" dirty="0"/>
              <a:t>Anime Recommender Web Application</a:t>
            </a:r>
            <a:r>
              <a:rPr lang="en-US" dirty="0"/>
              <a:t>."</a:t>
            </a:r>
          </a:p>
          <a:p>
            <a:r>
              <a:rPr lang="en-US" dirty="0"/>
              <a:t>"As an anime fan, I often struggle to find new series that match my specific tastes. So, I built a full-stack web application using Python, Flask, and SQL that not only tracks what I watch but uses Machine Learning to suggest what to watch next."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BAF5B-6306-417B-A10B-43EE50178D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27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an anime fan, I often struggle to find new series that match my specific tastes. So, I built a full-stack web application using Python, Flask, and SQL that not only tracks what I watch but uses Machine Learning to suggest what to watch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BAF5B-6306-417B-A10B-43EE50178D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2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0D50D-CDC1-A182-0258-3209834EC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Cs50x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CB714-52B3-DCBA-D51B-7554E3CC1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Final Project </a:t>
            </a:r>
          </a:p>
        </p:txBody>
      </p:sp>
    </p:spTree>
    <p:extLst>
      <p:ext uri="{BB962C8B-B14F-4D97-AF65-F5344CB8AC3E}">
        <p14:creationId xmlns:p14="http://schemas.microsoft.com/office/powerpoint/2010/main" val="2912264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84E6-23D2-38D2-F1D9-44D2E349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Name: Ammar Bin Yasir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DDCC-144B-1DF8-48EC-D5E28D31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GitHub profile username: Ammar-bin-Yasir</a:t>
            </a:r>
          </a:p>
          <a:p>
            <a:r>
              <a:rPr lang="en-US" dirty="0"/>
              <a:t>Edx username: Ammar_Khan09</a:t>
            </a:r>
          </a:p>
          <a:p>
            <a:r>
              <a:rPr lang="en-US" dirty="0"/>
              <a:t>Country: Pakistan</a:t>
            </a:r>
          </a:p>
          <a:p>
            <a:r>
              <a:rPr lang="en-US" dirty="0"/>
              <a:t>City: Lahore</a:t>
            </a:r>
          </a:p>
          <a:p>
            <a:r>
              <a:rPr lang="en-US" dirty="0"/>
              <a:t>Dated: 19/12/2025</a:t>
            </a:r>
          </a:p>
        </p:txBody>
      </p:sp>
    </p:spTree>
    <p:extLst>
      <p:ext uri="{BB962C8B-B14F-4D97-AF65-F5344CB8AC3E}">
        <p14:creationId xmlns:p14="http://schemas.microsoft.com/office/powerpoint/2010/main" val="272240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158A-4532-DD68-805E-DB51261A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Anime Recommender web </a:t>
            </a:r>
            <a:r>
              <a:rPr lang="en-US" dirty="0" err="1"/>
              <a:t>appliation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E1CD-3481-FA9B-7F6A-2E7C0EE8A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682043"/>
          </a:xfrm>
        </p:spPr>
        <p:txBody>
          <a:bodyPr/>
          <a:lstStyle/>
          <a:p>
            <a:r>
              <a:rPr lang="en-US" dirty="0">
                <a:effectLst/>
              </a:rPr>
              <a:t>The Anime Recommender is built using </a:t>
            </a:r>
            <a:r>
              <a:rPr lang="en-US" b="1" dirty="0">
                <a:effectLst/>
              </a:rPr>
              <a:t>Flask</a:t>
            </a:r>
            <a:r>
              <a:rPr lang="en-US" dirty="0">
                <a:effectLst/>
              </a:rPr>
              <a:t> (Python) for the backend and </a:t>
            </a:r>
            <a:r>
              <a:rPr lang="en-US" b="1" dirty="0">
                <a:effectLst/>
              </a:rPr>
              <a:t>SQLite</a:t>
            </a:r>
            <a:r>
              <a:rPr lang="en-US" dirty="0">
                <a:effectLst/>
              </a:rPr>
              <a:t> for the database.</a:t>
            </a:r>
          </a:p>
          <a:p>
            <a:r>
              <a:rPr lang="en-US" dirty="0">
                <a:effectLst/>
              </a:rPr>
              <a:t>It provides a user-friendly interface for browsing a vast collection of anime, managing a personal watchlist, and viewing statistics.</a:t>
            </a:r>
          </a:p>
          <a:p>
            <a:r>
              <a:rPr lang="en-US" dirty="0">
                <a:effectLst/>
              </a:rPr>
              <a:t> The core unique feature is the recommendation engine which leverages machine learning techniques to find anime with similar genres and plot summaries.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61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066E08-E914-7857-E6FE-2EB2EB0F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76500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Project demo</a:t>
            </a:r>
          </a:p>
        </p:txBody>
      </p:sp>
    </p:spTree>
    <p:extLst>
      <p:ext uri="{BB962C8B-B14F-4D97-AF65-F5344CB8AC3E}">
        <p14:creationId xmlns:p14="http://schemas.microsoft.com/office/powerpoint/2010/main" val="329644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B245-EBF0-673A-3511-530E5BEC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998453"/>
            <a:ext cx="9905998" cy="1905000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05224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5AD0B8"/>
      </a:accent1>
      <a:accent2>
        <a:srgbClr val="47BB7E"/>
      </a:accent2>
      <a:accent3>
        <a:srgbClr val="96CD4B"/>
      </a:accent3>
      <a:accent4>
        <a:srgbClr val="61C7DD"/>
      </a:accent4>
      <a:accent5>
        <a:srgbClr val="2495CF"/>
      </a:accent5>
      <a:accent6>
        <a:srgbClr val="5A74D1"/>
      </a:accent6>
      <a:hlink>
        <a:srgbClr val="72CEBB"/>
      </a:hlink>
      <a:folHlink>
        <a:srgbClr val="98E6D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0F262FD6-3409-4039-A531-64BD4D2F99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3070</TotalTime>
  <Words>237</Words>
  <Application>Microsoft Office PowerPoint</Application>
  <PresentationFormat>Widescreen</PresentationFormat>
  <Paragraphs>19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Century Gothic</vt:lpstr>
      <vt:lpstr>Mesh</vt:lpstr>
      <vt:lpstr>Cs50x</vt:lpstr>
      <vt:lpstr>Name: Ammar Bin Yasir</vt:lpstr>
      <vt:lpstr>Anime Recommender web appliation</vt:lpstr>
      <vt:lpstr>Project demo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Ammar Bin Yasir</dc:creator>
  <cp:lastModifiedBy>Ammar Bin Yasir</cp:lastModifiedBy>
  <cp:revision>3</cp:revision>
  <dcterms:created xsi:type="dcterms:W3CDTF">2025-12-18T07:53:03Z</dcterms:created>
  <dcterms:modified xsi:type="dcterms:W3CDTF">2025-12-28T11:59:49Z</dcterms:modified>
</cp:coreProperties>
</file>